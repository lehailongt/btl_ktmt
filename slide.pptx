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8" r:id="rId3"/>
    <p:sldId id="258" r:id="rId4"/>
    <p:sldId id="284" r:id="rId5"/>
    <p:sldId id="287" r:id="rId6"/>
    <p:sldId id="28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34" autoAdjust="0"/>
    <p:restoredTop sz="94660"/>
  </p:normalViewPr>
  <p:slideViewPr>
    <p:cSldViewPr snapToGrid="0">
      <p:cViewPr>
        <p:scale>
          <a:sx n="66" d="100"/>
          <a:sy n="66" d="100"/>
        </p:scale>
        <p:origin x="955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2888-71CB-6153-B351-75744E125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FDF6C-EF26-19B2-0C5C-85BD10286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AAA2-680A-65A2-B07F-CEBE501A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DDBB7-66F6-3424-6103-73FA43D5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188DF-F77C-C69C-3065-F45992EF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1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FCA4-F41C-3440-5B42-610297D0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4CA32-EC5F-3347-520B-262A67728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BBE2-EEE0-04DC-676C-4DFEA5EF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3EC0-04E2-FCEB-FE57-BAA8D106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0D835-CEDD-220F-2011-3724881B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7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6FAF-782E-DB15-3148-6FD447B1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14117-5D55-1974-539A-FB8F4C33C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2201F-9A0C-CC90-1B70-757C1BA2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EF3E4-073A-B5BE-6929-69077BCD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E057B-9DC7-E50F-C86C-459D05E1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9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B112-E51B-1E28-9377-7FDE5858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0207-4586-CBDE-4413-DF1B9E502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4B211-E92E-5796-4F9E-9DB77C579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48D52-FB63-E304-0453-4BAA3896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25EF6-B384-69CD-6B39-ED488A32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E4F7-540F-BD2F-4999-71CEDB5F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9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33CA-6163-6781-9546-D7B50388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ACC45-3249-AF1D-108A-6AEDF6CA5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67558-4EB3-D3DD-AE26-5318703CA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30386-0734-C5F1-8979-6360DA5DC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C967B-FB02-5F37-2630-2FE06FDAE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30017-4F2F-9C05-F1B1-C0A19E08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1F0F4-D39B-3737-82CE-4A74618A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BADFD-C2C8-2D41-C809-C443516D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94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91D3-5F9A-0CBF-C4A9-91B60245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BC364-18D3-EEB8-6EF3-2B39062A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EC1F0-2710-5707-9D35-8445E60D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E62D7-FA38-AEE5-BB2C-0914F336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2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08A2A-14F7-AD1A-D15A-8DBFB57A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4EAF9-5F62-E5CF-511F-CB1091B2E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414-8C5C-39AF-5720-E5B9D4A1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6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F2DB-5FFA-DEFA-A1F8-A2DF20B4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6D0B-FC3D-5899-7BA7-F93F5CBAE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FFB77-35DF-69EF-7089-9956D9A43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48913-3D40-B871-7702-D2FED5C07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3022C-775F-AE02-D2AD-F111C3EF2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BFB9F-87EA-313D-F988-44FB1F07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7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7CF8-35E3-5CF2-09E8-6F3BD70E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112BDA-F011-E70B-E44C-928F7934F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F25F5-A5E5-556D-43F4-648BB345C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F2FD6-3CAE-5C4D-083A-E890CD25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E06EF-1CFC-5FE1-8C53-1D4E6EC1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52901-A30E-3260-B246-AA16E650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0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E700-3980-8CD0-AEC7-E3CC3524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D31A0-10FC-F681-0D7C-9A55C6D51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F378-D806-CE8F-4FA7-DDD5CF3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A5720-33EE-D551-011E-3C7F7F1D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7DB4-6DCC-97F2-566E-6D2060C6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0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1A1B6-342B-9196-3126-6F53B8917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D1766-DF61-FF1B-BF33-C974CBB04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6B0B8-AD0D-8EC0-3671-148B3F6E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86261-EBDD-E43E-67F9-E382B0D3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0B17E-BAC5-772F-877B-7858156C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0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6D7B-2BD2-FA6A-C3EA-F0C50E2D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19B7-32A1-92E9-B832-CCF4FA580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AF8E4-77FA-3E19-5A16-8B60868B4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A7C2D-2D26-417C-8EBB-9DD4E936AD2A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6C8E5-2105-B431-8960-DB86F0872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71C3-255E-DF0B-6AEF-FB4E54817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4613C-59B9-4548-8036-39762516AC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14688-3B62-EFBC-32C5-CEE3E541B4BF}"/>
              </a:ext>
            </a:extLst>
          </p:cNvPr>
          <p:cNvSpPr/>
          <p:nvPr userDrawn="1"/>
        </p:nvSpPr>
        <p:spPr>
          <a:xfrm>
            <a:off x="-613458" y="-152319"/>
            <a:ext cx="13519229" cy="4860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4D42D8-3EE2-B3C4-19FA-BD0FEB62C323}"/>
              </a:ext>
            </a:extLst>
          </p:cNvPr>
          <p:cNvSpPr/>
          <p:nvPr userDrawn="1"/>
        </p:nvSpPr>
        <p:spPr>
          <a:xfrm>
            <a:off x="-613458" y="6721475"/>
            <a:ext cx="13519229" cy="4860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5BA4EF-8D3B-D688-7C4B-DEB4A79BF656}"/>
              </a:ext>
            </a:extLst>
          </p:cNvPr>
          <p:cNvSpPr/>
          <p:nvPr userDrawn="1"/>
        </p:nvSpPr>
        <p:spPr>
          <a:xfrm rot="5400000">
            <a:off x="-4088659" y="3288492"/>
            <a:ext cx="8215566" cy="4860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84E267-67C0-1EB8-97C0-5C6AC8374119}"/>
              </a:ext>
            </a:extLst>
          </p:cNvPr>
          <p:cNvSpPr/>
          <p:nvPr userDrawn="1"/>
        </p:nvSpPr>
        <p:spPr>
          <a:xfrm rot="5400000">
            <a:off x="8072449" y="3288492"/>
            <a:ext cx="8215566" cy="4860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8A8A1E-2091-49C5-8897-7BF6CD0B9316}"/>
              </a:ext>
            </a:extLst>
          </p:cNvPr>
          <p:cNvSpPr/>
          <p:nvPr userDrawn="1"/>
        </p:nvSpPr>
        <p:spPr>
          <a:xfrm>
            <a:off x="-874853" y="-765830"/>
            <a:ext cx="1713053" cy="171305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C45965-392C-6170-F900-A99B35B3175E}"/>
              </a:ext>
            </a:extLst>
          </p:cNvPr>
          <p:cNvSpPr/>
          <p:nvPr userDrawn="1"/>
        </p:nvSpPr>
        <p:spPr>
          <a:xfrm>
            <a:off x="11300555" y="-719748"/>
            <a:ext cx="1713053" cy="171305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451D51-B4B3-E771-91BD-1CB729F4C1AD}"/>
              </a:ext>
            </a:extLst>
          </p:cNvPr>
          <p:cNvSpPr/>
          <p:nvPr userDrawn="1"/>
        </p:nvSpPr>
        <p:spPr>
          <a:xfrm>
            <a:off x="11231164" y="6038026"/>
            <a:ext cx="1713053" cy="171305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8BF501-2A85-13FB-4B62-4F1F6AFA6D5F}"/>
              </a:ext>
            </a:extLst>
          </p:cNvPr>
          <p:cNvSpPr/>
          <p:nvPr userDrawn="1"/>
        </p:nvSpPr>
        <p:spPr>
          <a:xfrm>
            <a:off x="-737011" y="6107964"/>
            <a:ext cx="1713053" cy="171305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06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36D4-169B-B4B2-380F-34A6AE22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07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C8C64A-0F07-DDD5-5AC7-DCA42531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46F1552E-0A8A-32C0-B88B-9D1E88EAD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0544" y="2890777"/>
            <a:ext cx="2754956" cy="275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978C3E-AC34-B19A-7785-FEDCBC564C69}"/>
              </a:ext>
            </a:extLst>
          </p:cNvPr>
          <p:cNvSpPr/>
          <p:nvPr/>
        </p:nvSpPr>
        <p:spPr>
          <a:xfrm>
            <a:off x="5154472" y="-1941897"/>
            <a:ext cx="5203603" cy="1366294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Snake game trên emu8086</a:t>
            </a:r>
            <a:endParaRPr lang="en-US" sz="28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4D1D7D-02CF-DF45-5F79-821BD8639E95}"/>
              </a:ext>
            </a:extLst>
          </p:cNvPr>
          <p:cNvSpPr/>
          <p:nvPr/>
        </p:nvSpPr>
        <p:spPr>
          <a:xfrm>
            <a:off x="6101093" y="7517751"/>
            <a:ext cx="3310360" cy="107644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Nhóm 13</a:t>
            </a:r>
          </a:p>
        </p:txBody>
      </p:sp>
    </p:spTree>
    <p:extLst>
      <p:ext uri="{BB962C8B-B14F-4D97-AF65-F5344CB8AC3E}">
        <p14:creationId xmlns:p14="http://schemas.microsoft.com/office/powerpoint/2010/main" val="1610830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88E3-2DC8-D527-F6C4-0B16A7AC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54111F6-064C-1F0A-1338-F505B5E66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011" y="2890777"/>
            <a:ext cx="2754956" cy="275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8E5990-46CE-6F6E-440C-796B97B7E4BB}"/>
              </a:ext>
            </a:extLst>
          </p:cNvPr>
          <p:cNvSpPr/>
          <p:nvPr/>
        </p:nvSpPr>
        <p:spPr>
          <a:xfrm>
            <a:off x="5154472" y="2850024"/>
            <a:ext cx="5203603" cy="1366294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Snake game trên emu8086</a:t>
            </a:r>
            <a:endParaRPr lang="en-US" sz="28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7668A6-1D61-8ACB-2E15-45675DFEE3FF}"/>
              </a:ext>
            </a:extLst>
          </p:cNvPr>
          <p:cNvSpPr/>
          <p:nvPr/>
        </p:nvSpPr>
        <p:spPr>
          <a:xfrm>
            <a:off x="6101093" y="4716681"/>
            <a:ext cx="3310360" cy="107644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Nhóm 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EAD405-C030-247A-3B86-E6134C061F55}"/>
              </a:ext>
            </a:extLst>
          </p:cNvPr>
          <p:cNvSpPr/>
          <p:nvPr/>
        </p:nvSpPr>
        <p:spPr>
          <a:xfrm>
            <a:off x="1659671" y="699785"/>
            <a:ext cx="8872658" cy="14762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Bài tập lớn kiến trúc máy tính</a:t>
            </a:r>
            <a:endParaRPr lang="en-US" sz="3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0B8231-DA6E-1F20-C001-7E2CACB44EA9}"/>
              </a:ext>
            </a:extLst>
          </p:cNvPr>
          <p:cNvSpPr/>
          <p:nvPr/>
        </p:nvSpPr>
        <p:spPr>
          <a:xfrm>
            <a:off x="-3836248" y="1834074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Phạm Bảo Lộc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A02220-B763-CD8D-8F5F-BDBA43B5913F}"/>
              </a:ext>
            </a:extLst>
          </p:cNvPr>
          <p:cNvSpPr/>
          <p:nvPr/>
        </p:nvSpPr>
        <p:spPr>
          <a:xfrm>
            <a:off x="13080173" y="1834074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lệnh khi reset game khởi tạo lại giá trị và làm các macro ngẫu nhiên, di chuyển con trỏ,…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2C4A9C-C494-EF5F-9741-1AF334E7891B}"/>
              </a:ext>
            </a:extLst>
          </p:cNvPr>
          <p:cNvSpPr/>
          <p:nvPr/>
        </p:nvSpPr>
        <p:spPr>
          <a:xfrm>
            <a:off x="-3836248" y="3122250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Nguyễn Nhật Huy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644A3F-038B-8DDD-B897-07B9624996FF}"/>
              </a:ext>
            </a:extLst>
          </p:cNvPr>
          <p:cNvSpPr/>
          <p:nvPr/>
        </p:nvSpPr>
        <p:spPr>
          <a:xfrm>
            <a:off x="13080173" y="3122250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lấy phím từ người chơi, các hướng di chuyển con rắn 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303025-B730-CF40-38FD-0B0BF33855A8}"/>
              </a:ext>
            </a:extLst>
          </p:cNvPr>
          <p:cNvSpPr/>
          <p:nvPr/>
        </p:nvSpPr>
        <p:spPr>
          <a:xfrm>
            <a:off x="-3836248" y="4410426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Lê Hải Long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77F3DF-9D64-0963-EC77-4E0ADA0CF778}"/>
              </a:ext>
            </a:extLst>
          </p:cNvPr>
          <p:cNvSpPr/>
          <p:nvPr/>
        </p:nvSpPr>
        <p:spPr>
          <a:xfrm>
            <a:off x="13080173" y="4410426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các điều kiện kết thúc trò chơi và làm các macro thêm tọa độ, tọa độ mới,…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2AA28A-501B-795F-10F1-508F25C83A68}"/>
              </a:ext>
            </a:extLst>
          </p:cNvPr>
          <p:cNvSpPr/>
          <p:nvPr/>
        </p:nvSpPr>
        <p:spPr>
          <a:xfrm>
            <a:off x="-3836248" y="5698601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Hoàng Đức Phi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C07C00-D048-2AF1-64DC-36EF9AB93630}"/>
              </a:ext>
            </a:extLst>
          </p:cNvPr>
          <p:cNvSpPr/>
          <p:nvPr/>
        </p:nvSpPr>
        <p:spPr>
          <a:xfrm>
            <a:off x="13080173" y="5698601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hiển thị màn hình rắn intro, các hướng dẫn chơi, hàng rào, hiện điểm người chơi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46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D2733-6CF9-79E7-EC56-716DA608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4C6F6D-1547-BCA0-5682-422CCF83B034}"/>
              </a:ext>
            </a:extLst>
          </p:cNvPr>
          <p:cNvSpPr/>
          <p:nvPr/>
        </p:nvSpPr>
        <p:spPr>
          <a:xfrm>
            <a:off x="585282" y="1834074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Phạm Bảo Lộc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F16709-4154-825C-1FA6-485B2CCB9B81}"/>
              </a:ext>
            </a:extLst>
          </p:cNvPr>
          <p:cNvSpPr/>
          <p:nvPr/>
        </p:nvSpPr>
        <p:spPr>
          <a:xfrm>
            <a:off x="3901440" y="1834074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lệnh khi reset game khởi tạo lại giá trị và làm các macro ngẫu nhiên, di chuyển con trỏ,…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F15180-9AB4-5F6C-D15F-25215CB9B1D3}"/>
              </a:ext>
            </a:extLst>
          </p:cNvPr>
          <p:cNvSpPr/>
          <p:nvPr/>
        </p:nvSpPr>
        <p:spPr>
          <a:xfrm>
            <a:off x="585282" y="3122250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Nguyễn Nhật Huy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9A7868-2F5D-3EEF-357E-A11439561632}"/>
              </a:ext>
            </a:extLst>
          </p:cNvPr>
          <p:cNvSpPr/>
          <p:nvPr/>
        </p:nvSpPr>
        <p:spPr>
          <a:xfrm>
            <a:off x="3901440" y="3122250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lấy phím từ người chơi, các hướng di chuyển con rắn 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CD1753-4452-E500-C5E3-BACC03E301D4}"/>
              </a:ext>
            </a:extLst>
          </p:cNvPr>
          <p:cNvSpPr/>
          <p:nvPr/>
        </p:nvSpPr>
        <p:spPr>
          <a:xfrm>
            <a:off x="585282" y="4410426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Lê Hải Long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1B5CA8-DADF-1669-9C2D-3AD44D8D3921}"/>
              </a:ext>
            </a:extLst>
          </p:cNvPr>
          <p:cNvSpPr/>
          <p:nvPr/>
        </p:nvSpPr>
        <p:spPr>
          <a:xfrm>
            <a:off x="3901440" y="4410426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các điều kiện kết thúc trò chơi và làm các macro thêm tọa độ, tọa độ mới,…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53C19D-8BF1-34EA-13D2-FBCAB1E094B8}"/>
              </a:ext>
            </a:extLst>
          </p:cNvPr>
          <p:cNvSpPr/>
          <p:nvPr/>
        </p:nvSpPr>
        <p:spPr>
          <a:xfrm>
            <a:off x="585282" y="5698601"/>
            <a:ext cx="2875676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Hoàng Đức Phi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92F966-75BC-FCA6-1CAE-D100205E330C}"/>
              </a:ext>
            </a:extLst>
          </p:cNvPr>
          <p:cNvSpPr/>
          <p:nvPr/>
        </p:nvSpPr>
        <p:spPr>
          <a:xfrm>
            <a:off x="3901440" y="5698601"/>
            <a:ext cx="7799149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Xử lí hiển thị màn hình rắn intro, các hướng dẫn chơi, hàng rào, hiện điểm người chơi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945DA92-567D-CCB9-681B-A0C4F4A79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0544" y="2890777"/>
            <a:ext cx="2754956" cy="275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702AB7-BFD6-D00F-3443-CB0B1A0C0A4F}"/>
              </a:ext>
            </a:extLst>
          </p:cNvPr>
          <p:cNvSpPr/>
          <p:nvPr/>
        </p:nvSpPr>
        <p:spPr>
          <a:xfrm>
            <a:off x="5154472" y="-1941897"/>
            <a:ext cx="5203603" cy="1366294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Snake game trên emu8086</a:t>
            </a:r>
            <a:endParaRPr lang="en-US" sz="28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99D87C-A579-4C46-277E-2BBA09B43BF8}"/>
              </a:ext>
            </a:extLst>
          </p:cNvPr>
          <p:cNvSpPr/>
          <p:nvPr/>
        </p:nvSpPr>
        <p:spPr>
          <a:xfrm>
            <a:off x="6101093" y="7517751"/>
            <a:ext cx="3310360" cy="107644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Nhóm 13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FC5135D-E63B-28DA-71DC-EED8575A9A88}"/>
              </a:ext>
            </a:extLst>
          </p:cNvPr>
          <p:cNvSpPr/>
          <p:nvPr/>
        </p:nvSpPr>
        <p:spPr>
          <a:xfrm>
            <a:off x="2874697" y="803935"/>
            <a:ext cx="6442607" cy="41138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Bài tập lớn kiến trúc máy tính</a:t>
            </a:r>
            <a:endParaRPr lang="en-US" sz="3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CDC6E6-3FB8-1C7A-F852-60988216E55E}"/>
              </a:ext>
            </a:extLst>
          </p:cNvPr>
          <p:cNvSpPr/>
          <p:nvPr/>
        </p:nvSpPr>
        <p:spPr>
          <a:xfrm>
            <a:off x="897071" y="449985"/>
            <a:ext cx="10397858" cy="1092834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Danh sách phân công nhiệm vụ các thành viên</a:t>
            </a:r>
            <a:endParaRPr lang="en-US" sz="3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493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8678-1861-528F-12A4-78799927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606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D4547E1-CEE2-C9B2-64E9-FED6BEA1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99DBB8-F4D7-CEEF-2694-5C7D78A66CBB}"/>
              </a:ext>
            </a:extLst>
          </p:cNvPr>
          <p:cNvSpPr/>
          <p:nvPr/>
        </p:nvSpPr>
        <p:spPr>
          <a:xfrm>
            <a:off x="2044894" y="462504"/>
            <a:ext cx="8102213" cy="1134802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Mở rộng thêm chức năng</a:t>
            </a:r>
            <a:endParaRPr lang="en-US" sz="3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63AC99-71FF-6DC2-E6C4-C43A111CCD62}"/>
              </a:ext>
            </a:extLst>
          </p:cNvPr>
          <p:cNvSpPr/>
          <p:nvPr/>
        </p:nvSpPr>
        <p:spPr>
          <a:xfrm>
            <a:off x="1365212" y="1978249"/>
            <a:ext cx="6549684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Pause: Dừng trò chơi bằng phím space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75743B-AD17-4618-33A9-068E0B306D76}"/>
              </a:ext>
            </a:extLst>
          </p:cNvPr>
          <p:cNvSpPr/>
          <p:nvPr/>
        </p:nvSpPr>
        <p:spPr>
          <a:xfrm>
            <a:off x="1275565" y="3137136"/>
            <a:ext cx="6549684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Tối ưu sinh quả táo không trùng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F8D0B2-7E8C-5E2B-3760-B1FBB35293C2}"/>
              </a:ext>
            </a:extLst>
          </p:cNvPr>
          <p:cNvSpPr/>
          <p:nvPr/>
        </p:nvSpPr>
        <p:spPr>
          <a:xfrm>
            <a:off x="7440706" y="1927894"/>
            <a:ext cx="6549684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Tối ưu in con rắn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CE8B2D-837A-D9FB-624D-BB8B6FEE8DE4}"/>
              </a:ext>
            </a:extLst>
          </p:cNvPr>
          <p:cNvSpPr/>
          <p:nvPr/>
        </p:nvSpPr>
        <p:spPr>
          <a:xfrm>
            <a:off x="1275565" y="4267767"/>
            <a:ext cx="6549684" cy="904755"/>
          </a:xfrm>
          <a:prstGeom prst="roundRect">
            <a:avLst>
              <a:gd name="adj" fmla="val 231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Đa dạng mồi: kim cương,…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9DA8CF-A33C-A180-ACA0-3E23CF995F2F}"/>
              </a:ext>
            </a:extLst>
          </p:cNvPr>
          <p:cNvSpPr/>
          <p:nvPr/>
        </p:nvSpPr>
        <p:spPr>
          <a:xfrm>
            <a:off x="1126975" y="5555620"/>
            <a:ext cx="6549684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Cổng dịch chuyển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6F8947-F8DF-657F-18C3-DE43D982F295}"/>
              </a:ext>
            </a:extLst>
          </p:cNvPr>
          <p:cNvSpPr/>
          <p:nvPr/>
        </p:nvSpPr>
        <p:spPr>
          <a:xfrm>
            <a:off x="7300935" y="5398398"/>
            <a:ext cx="6549684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Thêm các chướng ngại vật bên trong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57EECB-01BB-7BA1-74C9-30812A431EA6}"/>
              </a:ext>
            </a:extLst>
          </p:cNvPr>
          <p:cNvSpPr/>
          <p:nvPr/>
        </p:nvSpPr>
        <p:spPr>
          <a:xfrm>
            <a:off x="7300935" y="3012338"/>
            <a:ext cx="6549684" cy="904755"/>
          </a:xfrm>
          <a:prstGeom prst="roundRect">
            <a:avLst>
              <a:gd name="adj" fmla="val 2311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Thêm mạng trái tim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93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269</Words>
  <Application>Microsoft Office PowerPoint</Application>
  <PresentationFormat>Widescreen</PresentationFormat>
  <Paragraphs>33</Paragraphs>
  <Slides>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Hải Long ​​​​​​​</dc:creator>
  <cp:lastModifiedBy>Lê Hải Long ​​​​​​​</cp:lastModifiedBy>
  <cp:revision>10</cp:revision>
  <dcterms:created xsi:type="dcterms:W3CDTF">2025-05-09T07:28:08Z</dcterms:created>
  <dcterms:modified xsi:type="dcterms:W3CDTF">2025-05-14T11:13:12Z</dcterms:modified>
</cp:coreProperties>
</file>